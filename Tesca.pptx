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72" r:id="rId5"/>
    <p:sldId id="273" r:id="rId6"/>
    <p:sldId id="276" r:id="rId7"/>
    <p:sldId id="266" r:id="rId8"/>
    <p:sldId id="274" r:id="rId9"/>
    <p:sldId id="275" r:id="rId10"/>
  </p:sldIdLst>
  <p:sldSz cx="9144000" cy="5143500" type="screen16x9"/>
  <p:notesSz cx="6858000" cy="9144000"/>
  <p:defaultTextStyle>
    <a:defPPr>
      <a:defRPr lang="zh-CN"/>
    </a:defPPr>
    <a:lvl1pPr marL="0" algn="l" defTabSz="914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96" algn="l" defTabSz="914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92" algn="l" defTabSz="914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288" algn="l" defTabSz="914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384" algn="l" defTabSz="914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480" algn="l" defTabSz="914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76" algn="l" defTabSz="914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672" algn="l" defTabSz="914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768" algn="l" defTabSz="914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346" userDrawn="1">
          <p15:clr>
            <a:srgbClr val="A4A3A4"/>
          </p15:clr>
        </p15:guide>
        <p15:guide id="4" orient="horz" pos="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BCAB"/>
    <a:srgbClr val="FFFFFF"/>
    <a:srgbClr val="E7E2D9"/>
    <a:srgbClr val="F58220"/>
    <a:srgbClr val="43546B"/>
    <a:srgbClr val="EDC127"/>
    <a:srgbClr val="00C286"/>
    <a:srgbClr val="0050BC"/>
    <a:srgbClr val="000000"/>
    <a:srgbClr val="F2E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2EDA6D-72A6-4389-97A2-1CD4435ECFE9}" v="6" dt="2026-01-23T09:20:22.1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3067" autoAdjust="0"/>
  </p:normalViewPr>
  <p:slideViewPr>
    <p:cSldViewPr>
      <p:cViewPr varScale="1">
        <p:scale>
          <a:sx n="105" d="100"/>
          <a:sy n="105" d="100"/>
        </p:scale>
        <p:origin x="480" y="96"/>
      </p:cViewPr>
      <p:guideLst>
        <p:guide orient="horz" pos="1620"/>
        <p:guide pos="2880"/>
        <p:guide orient="horz" pos="2346"/>
        <p:guide orient="horz" pos="804"/>
      </p:guideLst>
    </p:cSldViewPr>
  </p:slideViewPr>
  <p:outlineViewPr>
    <p:cViewPr>
      <p:scale>
        <a:sx n="33" d="100"/>
        <a:sy n="33" d="100"/>
      </p:scale>
      <p:origin x="0" y="-567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Dyckes" userId="3f6226f2-a6bc-426c-b299-c3ca7ed85971" providerId="ADAL" clId="{663BE399-38F9-48B0-A53C-5397467BF0B6}"/>
    <pc:docChg chg="undo custSel addSld delSld modSld">
      <pc:chgData name="Paul Dyckes" userId="3f6226f2-a6bc-426c-b299-c3ca7ed85971" providerId="ADAL" clId="{663BE399-38F9-48B0-A53C-5397467BF0B6}" dt="2026-01-23T09:50:02.870" v="439" actId="20577"/>
      <pc:docMkLst>
        <pc:docMk/>
      </pc:docMkLst>
      <pc:sldChg chg="del">
        <pc:chgData name="Paul Dyckes" userId="3f6226f2-a6bc-426c-b299-c3ca7ed85971" providerId="ADAL" clId="{663BE399-38F9-48B0-A53C-5397467BF0B6}" dt="2026-01-22T18:23:59.478" v="1" actId="47"/>
        <pc:sldMkLst>
          <pc:docMk/>
          <pc:sldMk cId="454377934" sldId="263"/>
        </pc:sldMkLst>
      </pc:sldChg>
      <pc:sldChg chg="del">
        <pc:chgData name="Paul Dyckes" userId="3f6226f2-a6bc-426c-b299-c3ca7ed85971" providerId="ADAL" clId="{663BE399-38F9-48B0-A53C-5397467BF0B6}" dt="2026-01-22T18:24:01.312" v="3" actId="47"/>
        <pc:sldMkLst>
          <pc:docMk/>
          <pc:sldMk cId="4077388177" sldId="264"/>
        </pc:sldMkLst>
      </pc:sldChg>
      <pc:sldChg chg="del">
        <pc:chgData name="Paul Dyckes" userId="3f6226f2-a6bc-426c-b299-c3ca7ed85971" providerId="ADAL" clId="{663BE399-38F9-48B0-A53C-5397467BF0B6}" dt="2026-01-22T18:23:59.264" v="0" actId="47"/>
        <pc:sldMkLst>
          <pc:docMk/>
          <pc:sldMk cId="3045068103" sldId="265"/>
        </pc:sldMkLst>
      </pc:sldChg>
      <pc:sldChg chg="addSp delSp modSp mod">
        <pc:chgData name="Paul Dyckes" userId="3f6226f2-a6bc-426c-b299-c3ca7ed85971" providerId="ADAL" clId="{663BE399-38F9-48B0-A53C-5397467BF0B6}" dt="2026-01-23T09:19:57.775" v="362" actId="1076"/>
        <pc:sldMkLst>
          <pc:docMk/>
          <pc:sldMk cId="1532384555" sldId="266"/>
        </pc:sldMkLst>
        <pc:spChg chg="add mod">
          <ac:chgData name="Paul Dyckes" userId="3f6226f2-a6bc-426c-b299-c3ca7ed85971" providerId="ADAL" clId="{663BE399-38F9-48B0-A53C-5397467BF0B6}" dt="2026-01-23T08:47:44.716" v="319" actId="1076"/>
          <ac:spMkLst>
            <pc:docMk/>
            <pc:sldMk cId="1532384555" sldId="266"/>
            <ac:spMk id="4" creationId="{DE5D611F-70B4-972E-DAE9-4643382C4698}"/>
          </ac:spMkLst>
        </pc:spChg>
        <pc:spChg chg="mod">
          <ac:chgData name="Paul Dyckes" userId="3f6226f2-a6bc-426c-b299-c3ca7ed85971" providerId="ADAL" clId="{663BE399-38F9-48B0-A53C-5397467BF0B6}" dt="2026-01-22T18:28:22.728" v="117" actId="20577"/>
          <ac:spMkLst>
            <pc:docMk/>
            <pc:sldMk cId="1532384555" sldId="266"/>
            <ac:spMk id="9" creationId="{DC8274E5-7CDB-E4BC-AFC6-1AA8D781F535}"/>
          </ac:spMkLst>
        </pc:spChg>
        <pc:spChg chg="add mod">
          <ac:chgData name="Paul Dyckes" userId="3f6226f2-a6bc-426c-b299-c3ca7ed85971" providerId="ADAL" clId="{663BE399-38F9-48B0-A53C-5397467BF0B6}" dt="2026-01-23T09:08:14.599" v="351" actId="20577"/>
          <ac:spMkLst>
            <pc:docMk/>
            <pc:sldMk cId="1532384555" sldId="266"/>
            <ac:spMk id="11" creationId="{D544727C-F5E1-AACE-C0C7-3482FC42DA30}"/>
          </ac:spMkLst>
        </pc:spChg>
        <pc:spChg chg="del">
          <ac:chgData name="Paul Dyckes" userId="3f6226f2-a6bc-426c-b299-c3ca7ed85971" providerId="ADAL" clId="{663BE399-38F9-48B0-A53C-5397467BF0B6}" dt="2026-01-22T18:27:47.799" v="91" actId="478"/>
          <ac:spMkLst>
            <pc:docMk/>
            <pc:sldMk cId="1532384555" sldId="266"/>
            <ac:spMk id="12" creationId="{07E0FEE9-F3FC-F6F8-E555-E37B646A54EF}"/>
          </ac:spMkLst>
        </pc:spChg>
        <pc:picChg chg="add del mod">
          <ac:chgData name="Paul Dyckes" userId="3f6226f2-a6bc-426c-b299-c3ca7ed85971" providerId="ADAL" clId="{663BE399-38F9-48B0-A53C-5397467BF0B6}" dt="2026-01-23T09:12:49.798" v="354" actId="478"/>
          <ac:picMkLst>
            <pc:docMk/>
            <pc:sldMk cId="1532384555" sldId="266"/>
            <ac:picMk id="3" creationId="{EBEB7379-94BF-928C-AAAA-C21F5D47F11B}"/>
          </ac:picMkLst>
        </pc:picChg>
        <pc:picChg chg="del">
          <ac:chgData name="Paul Dyckes" userId="3f6226f2-a6bc-426c-b299-c3ca7ed85971" providerId="ADAL" clId="{663BE399-38F9-48B0-A53C-5397467BF0B6}" dt="2026-01-22T18:27:50.306" v="92" actId="478"/>
          <ac:picMkLst>
            <pc:docMk/>
            <pc:sldMk cId="1532384555" sldId="266"/>
            <ac:picMk id="4" creationId="{964A65E9-9BF7-34D4-9284-57EC86CEE48F}"/>
          </ac:picMkLst>
        </pc:picChg>
        <pc:picChg chg="add mod">
          <ac:chgData name="Paul Dyckes" userId="3f6226f2-a6bc-426c-b299-c3ca7ed85971" providerId="ADAL" clId="{663BE399-38F9-48B0-A53C-5397467BF0B6}" dt="2026-01-23T09:06:22.579" v="326" actId="1076"/>
          <ac:picMkLst>
            <pc:docMk/>
            <pc:sldMk cId="1532384555" sldId="266"/>
            <ac:picMk id="5" creationId="{FC3B4C7D-3E76-0714-4170-BEC5F9D77178}"/>
          </ac:picMkLst>
        </pc:picChg>
        <pc:picChg chg="del">
          <ac:chgData name="Paul Dyckes" userId="3f6226f2-a6bc-426c-b299-c3ca7ed85971" providerId="ADAL" clId="{663BE399-38F9-48B0-A53C-5397467BF0B6}" dt="2026-01-22T18:27:54.111" v="93" actId="478"/>
          <ac:picMkLst>
            <pc:docMk/>
            <pc:sldMk cId="1532384555" sldId="266"/>
            <ac:picMk id="6" creationId="{AEA2A627-A4AB-F2B7-C885-DAAA705C970E}"/>
          </ac:picMkLst>
        </pc:picChg>
        <pc:picChg chg="add mod">
          <ac:chgData name="Paul Dyckes" userId="3f6226f2-a6bc-426c-b299-c3ca7ed85971" providerId="ADAL" clId="{663BE399-38F9-48B0-A53C-5397467BF0B6}" dt="2026-01-23T09:09:38.214" v="353" actId="1076"/>
          <ac:picMkLst>
            <pc:docMk/>
            <pc:sldMk cId="1532384555" sldId="266"/>
            <ac:picMk id="10" creationId="{3B81590D-63A8-22C4-1CAD-5CEF5A4D174F}"/>
          </ac:picMkLst>
        </pc:picChg>
        <pc:picChg chg="add mod">
          <ac:chgData name="Paul Dyckes" userId="3f6226f2-a6bc-426c-b299-c3ca7ed85971" providerId="ADAL" clId="{663BE399-38F9-48B0-A53C-5397467BF0B6}" dt="2026-01-23T09:13:32.193" v="358" actId="1076"/>
          <ac:picMkLst>
            <pc:docMk/>
            <pc:sldMk cId="1532384555" sldId="266"/>
            <ac:picMk id="13" creationId="{C05C7B61-1E29-9EED-6A02-9FDADBABA292}"/>
          </ac:picMkLst>
        </pc:picChg>
        <pc:picChg chg="add mod">
          <ac:chgData name="Paul Dyckes" userId="3f6226f2-a6bc-426c-b299-c3ca7ed85971" providerId="ADAL" clId="{663BE399-38F9-48B0-A53C-5397467BF0B6}" dt="2026-01-23T09:19:57.775" v="362" actId="1076"/>
          <ac:picMkLst>
            <pc:docMk/>
            <pc:sldMk cId="1532384555" sldId="266"/>
            <ac:picMk id="15" creationId="{062C80A2-A214-4492-A821-359316A40D2C}"/>
          </ac:picMkLst>
        </pc:picChg>
      </pc:sldChg>
      <pc:sldChg chg="del">
        <pc:chgData name="Paul Dyckes" userId="3f6226f2-a6bc-426c-b299-c3ca7ed85971" providerId="ADAL" clId="{663BE399-38F9-48B0-A53C-5397467BF0B6}" dt="2026-01-22T18:24:00.550" v="2" actId="47"/>
        <pc:sldMkLst>
          <pc:docMk/>
          <pc:sldMk cId="2037945651" sldId="267"/>
        </pc:sldMkLst>
      </pc:sldChg>
      <pc:sldChg chg="modSp mod">
        <pc:chgData name="Paul Dyckes" userId="3f6226f2-a6bc-426c-b299-c3ca7ed85971" providerId="ADAL" clId="{663BE399-38F9-48B0-A53C-5397467BF0B6}" dt="2026-01-22T18:25:05.383" v="78" actId="20577"/>
        <pc:sldMkLst>
          <pc:docMk/>
          <pc:sldMk cId="277863628" sldId="272"/>
        </pc:sldMkLst>
        <pc:spChg chg="mod">
          <ac:chgData name="Paul Dyckes" userId="3f6226f2-a6bc-426c-b299-c3ca7ed85971" providerId="ADAL" clId="{663BE399-38F9-48B0-A53C-5397467BF0B6}" dt="2026-01-22T18:24:15.922" v="13" actId="20577"/>
          <ac:spMkLst>
            <pc:docMk/>
            <pc:sldMk cId="277863628" sldId="272"/>
            <ac:spMk id="2" creationId="{39E8DED9-4B03-4893-A684-8A24A566490D}"/>
          </ac:spMkLst>
        </pc:spChg>
        <pc:spChg chg="mod">
          <ac:chgData name="Paul Dyckes" userId="3f6226f2-a6bc-426c-b299-c3ca7ed85971" providerId="ADAL" clId="{663BE399-38F9-48B0-A53C-5397467BF0B6}" dt="2026-01-22T18:24:38.808" v="56" actId="20577"/>
          <ac:spMkLst>
            <pc:docMk/>
            <pc:sldMk cId="277863628" sldId="272"/>
            <ac:spMk id="3" creationId="{4B4A1549-EB59-47DB-8B59-9835FD741A4D}"/>
          </ac:spMkLst>
        </pc:spChg>
        <pc:spChg chg="mod">
          <ac:chgData name="Paul Dyckes" userId="3f6226f2-a6bc-426c-b299-c3ca7ed85971" providerId="ADAL" clId="{663BE399-38F9-48B0-A53C-5397467BF0B6}" dt="2026-01-22T18:25:05.383" v="78" actId="20577"/>
          <ac:spMkLst>
            <pc:docMk/>
            <pc:sldMk cId="277863628" sldId="272"/>
            <ac:spMk id="4" creationId="{AADF0CAA-DE91-4EAE-A54F-4424ADEB9046}"/>
          </ac:spMkLst>
        </pc:spChg>
      </pc:sldChg>
      <pc:sldChg chg="addSp delSp modSp mod">
        <pc:chgData name="Paul Dyckes" userId="3f6226f2-a6bc-426c-b299-c3ca7ed85971" providerId="ADAL" clId="{663BE399-38F9-48B0-A53C-5397467BF0B6}" dt="2026-01-23T08:45:44.670" v="283" actId="20577"/>
        <pc:sldMkLst>
          <pc:docMk/>
          <pc:sldMk cId="661725735" sldId="273"/>
        </pc:sldMkLst>
        <pc:spChg chg="add mod">
          <ac:chgData name="Paul Dyckes" userId="3f6226f2-a6bc-426c-b299-c3ca7ed85971" providerId="ADAL" clId="{663BE399-38F9-48B0-A53C-5397467BF0B6}" dt="2026-01-22T18:52:31.160" v="254" actId="20577"/>
          <ac:spMkLst>
            <pc:docMk/>
            <pc:sldMk cId="661725735" sldId="273"/>
            <ac:spMk id="4" creationId="{4EFAC5B3-A335-193B-D6CF-027B1602DB9A}"/>
          </ac:spMkLst>
        </pc:spChg>
        <pc:spChg chg="add mod">
          <ac:chgData name="Paul Dyckes" userId="3f6226f2-a6bc-426c-b299-c3ca7ed85971" providerId="ADAL" clId="{663BE399-38F9-48B0-A53C-5397467BF0B6}" dt="2026-01-22T18:52:19.477" v="252" actId="207"/>
          <ac:spMkLst>
            <pc:docMk/>
            <pc:sldMk cId="661725735" sldId="273"/>
            <ac:spMk id="5" creationId="{61EDE1B0-6086-1616-F386-80680B201205}"/>
          </ac:spMkLst>
        </pc:spChg>
        <pc:spChg chg="mod">
          <ac:chgData name="Paul Dyckes" userId="3f6226f2-a6bc-426c-b299-c3ca7ed85971" providerId="ADAL" clId="{663BE399-38F9-48B0-A53C-5397467BF0B6}" dt="2026-01-23T08:45:44.670" v="283" actId="20577"/>
          <ac:spMkLst>
            <pc:docMk/>
            <pc:sldMk cId="661725735" sldId="273"/>
            <ac:spMk id="9" creationId="{94924ABC-EEA0-38E0-64B8-AE99E125D5C3}"/>
          </ac:spMkLst>
        </pc:spChg>
        <pc:spChg chg="del">
          <ac:chgData name="Paul Dyckes" userId="3f6226f2-a6bc-426c-b299-c3ca7ed85971" providerId="ADAL" clId="{663BE399-38F9-48B0-A53C-5397467BF0B6}" dt="2026-01-22T18:27:34.036" v="89" actId="478"/>
          <ac:spMkLst>
            <pc:docMk/>
            <pc:sldMk cId="661725735" sldId="273"/>
            <ac:spMk id="12" creationId="{64AF3C44-CA7F-956A-9070-1BD3526015EE}"/>
          </ac:spMkLst>
        </pc:spChg>
        <pc:picChg chg="add mod">
          <ac:chgData name="Paul Dyckes" userId="3f6226f2-a6bc-426c-b299-c3ca7ed85971" providerId="ADAL" clId="{663BE399-38F9-48B0-A53C-5397467BF0B6}" dt="2026-01-22T18:49:44.332" v="138" actId="1076"/>
          <ac:picMkLst>
            <pc:docMk/>
            <pc:sldMk cId="661725735" sldId="273"/>
            <ac:picMk id="3" creationId="{6AF20AC4-65E0-5D73-8A8E-B58C2FBBDB2B}"/>
          </ac:picMkLst>
        </pc:picChg>
        <pc:picChg chg="del">
          <ac:chgData name="Paul Dyckes" userId="3f6226f2-a6bc-426c-b299-c3ca7ed85971" providerId="ADAL" clId="{663BE399-38F9-48B0-A53C-5397467BF0B6}" dt="2026-01-22T18:27:38.759" v="90" actId="478"/>
          <ac:picMkLst>
            <pc:docMk/>
            <pc:sldMk cId="661725735" sldId="273"/>
            <ac:picMk id="1026" creationId="{9D32A29A-55B5-B7B2-EABD-030B75BE07F0}"/>
          </ac:picMkLst>
        </pc:picChg>
      </pc:sldChg>
      <pc:sldChg chg="addSp delSp modSp add del mod">
        <pc:chgData name="Paul Dyckes" userId="3f6226f2-a6bc-426c-b299-c3ca7ed85971" providerId="ADAL" clId="{663BE399-38F9-48B0-A53C-5397467BF0B6}" dt="2026-01-23T09:50:02.870" v="439" actId="20577"/>
        <pc:sldMkLst>
          <pc:docMk/>
          <pc:sldMk cId="4279636952" sldId="274"/>
        </pc:sldMkLst>
        <pc:spChg chg="add mod">
          <ac:chgData name="Paul Dyckes" userId="3f6226f2-a6bc-426c-b299-c3ca7ed85971" providerId="ADAL" clId="{663BE399-38F9-48B0-A53C-5397467BF0B6}" dt="2026-01-23T09:50:02.870" v="439" actId="20577"/>
          <ac:spMkLst>
            <pc:docMk/>
            <pc:sldMk cId="4279636952" sldId="274"/>
            <ac:spMk id="2" creationId="{AD5EFCDC-40AC-2118-E5EE-848FCADB2583}"/>
          </ac:spMkLst>
        </pc:spChg>
        <pc:spChg chg="mod">
          <ac:chgData name="Paul Dyckes" userId="3f6226f2-a6bc-426c-b299-c3ca7ed85971" providerId="ADAL" clId="{663BE399-38F9-48B0-A53C-5397467BF0B6}" dt="2026-01-22T18:28:46.045" v="135" actId="20577"/>
          <ac:spMkLst>
            <pc:docMk/>
            <pc:sldMk cId="4279636952" sldId="274"/>
            <ac:spMk id="9" creationId="{7BB5D3EF-E6CB-8653-5FD5-32BA1F962F6A}"/>
          </ac:spMkLst>
        </pc:spChg>
        <pc:spChg chg="del">
          <ac:chgData name="Paul Dyckes" userId="3f6226f2-a6bc-426c-b299-c3ca7ed85971" providerId="ADAL" clId="{663BE399-38F9-48B0-A53C-5397467BF0B6}" dt="2026-01-22T18:28:31.534" v="118" actId="478"/>
          <ac:spMkLst>
            <pc:docMk/>
            <pc:sldMk cId="4279636952" sldId="274"/>
            <ac:spMk id="12" creationId="{085C262A-9667-3972-A87A-62D639D9EB3E}"/>
          </ac:spMkLst>
        </pc:spChg>
        <pc:picChg chg="del">
          <ac:chgData name="Paul Dyckes" userId="3f6226f2-a6bc-426c-b299-c3ca7ed85971" providerId="ADAL" clId="{663BE399-38F9-48B0-A53C-5397467BF0B6}" dt="2026-01-22T18:28:34.039" v="119" actId="478"/>
          <ac:picMkLst>
            <pc:docMk/>
            <pc:sldMk cId="4279636952" sldId="274"/>
            <ac:picMk id="2" creationId="{8E7AC71F-F65B-3A93-4F15-E4ADC776DBE8}"/>
          </ac:picMkLst>
        </pc:picChg>
        <pc:picChg chg="del">
          <ac:chgData name="Paul Dyckes" userId="3f6226f2-a6bc-426c-b299-c3ca7ed85971" providerId="ADAL" clId="{663BE399-38F9-48B0-A53C-5397467BF0B6}" dt="2026-01-23T07:36:11.508" v="260" actId="478"/>
          <ac:picMkLst>
            <pc:docMk/>
            <pc:sldMk cId="4279636952" sldId="274"/>
            <ac:picMk id="3" creationId="{42CF1D73-0649-8B96-47FA-54FD074CB652}"/>
          </ac:picMkLst>
        </pc:picChg>
        <pc:picChg chg="add mod">
          <ac:chgData name="Paul Dyckes" userId="3f6226f2-a6bc-426c-b299-c3ca7ed85971" providerId="ADAL" clId="{663BE399-38F9-48B0-A53C-5397467BF0B6}" dt="2026-01-23T07:55:19.389" v="264" actId="1076"/>
          <ac:picMkLst>
            <pc:docMk/>
            <pc:sldMk cId="4279636952" sldId="274"/>
            <ac:picMk id="4" creationId="{F6B7BB0C-7BB5-E41A-6D59-18A36C42C3DB}"/>
          </ac:picMkLst>
        </pc:picChg>
      </pc:sldChg>
      <pc:sldChg chg="add">
        <pc:chgData name="Paul Dyckes" userId="3f6226f2-a6bc-426c-b299-c3ca7ed85971" providerId="ADAL" clId="{663BE399-38F9-48B0-A53C-5397467BF0B6}" dt="2026-01-22T18:26:49.408" v="79"/>
        <pc:sldMkLst>
          <pc:docMk/>
          <pc:sldMk cId="16704716" sldId="275"/>
        </pc:sldMkLst>
      </pc:sldChg>
      <pc:sldChg chg="addSp delSp modSp new mod">
        <pc:chgData name="Paul Dyckes" userId="3f6226f2-a6bc-426c-b299-c3ca7ed85971" providerId="ADAL" clId="{663BE399-38F9-48B0-A53C-5397467BF0B6}" dt="2026-01-23T08:45:51.179" v="299" actId="20577"/>
        <pc:sldMkLst>
          <pc:docMk/>
          <pc:sldMk cId="1015838378" sldId="276"/>
        </pc:sldMkLst>
        <pc:spChg chg="del">
          <ac:chgData name="Paul Dyckes" userId="3f6226f2-a6bc-426c-b299-c3ca7ed85971" providerId="ADAL" clId="{663BE399-38F9-48B0-A53C-5397467BF0B6}" dt="2026-01-23T08:45:26.411" v="268" actId="478"/>
          <ac:spMkLst>
            <pc:docMk/>
            <pc:sldMk cId="1015838378" sldId="276"/>
            <ac:spMk id="2" creationId="{E3F0C529-04E6-E733-2E7D-203AF36874E1}"/>
          </ac:spMkLst>
        </pc:spChg>
        <pc:spChg chg="del">
          <ac:chgData name="Paul Dyckes" userId="3f6226f2-a6bc-426c-b299-c3ca7ed85971" providerId="ADAL" clId="{663BE399-38F9-48B0-A53C-5397467BF0B6}" dt="2026-01-23T08:45:21.621" v="266" actId="478"/>
          <ac:spMkLst>
            <pc:docMk/>
            <pc:sldMk cId="1015838378" sldId="276"/>
            <ac:spMk id="5" creationId="{336267E9-D9F0-AA0A-DA75-D360CDD55ACD}"/>
          </ac:spMkLst>
        </pc:spChg>
        <pc:spChg chg="del">
          <ac:chgData name="Paul Dyckes" userId="3f6226f2-a6bc-426c-b299-c3ca7ed85971" providerId="ADAL" clId="{663BE399-38F9-48B0-A53C-5397467BF0B6}" dt="2026-01-23T08:45:24.855" v="267" actId="478"/>
          <ac:spMkLst>
            <pc:docMk/>
            <pc:sldMk cId="1015838378" sldId="276"/>
            <ac:spMk id="6" creationId="{647B9FA5-A146-1ED6-450C-7FFE965AD69F}"/>
          </ac:spMkLst>
        </pc:spChg>
        <pc:spChg chg="mod">
          <ac:chgData name="Paul Dyckes" userId="3f6226f2-a6bc-426c-b299-c3ca7ed85971" providerId="ADAL" clId="{663BE399-38F9-48B0-A53C-5397467BF0B6}" dt="2026-01-23T08:45:51.179" v="299" actId="20577"/>
          <ac:spMkLst>
            <pc:docMk/>
            <pc:sldMk cId="1015838378" sldId="276"/>
            <ac:spMk id="7" creationId="{A2EA2927-3DF4-EBAF-401E-B6DA4931B0ED}"/>
          </ac:spMkLst>
        </pc:spChg>
        <pc:picChg chg="add">
          <ac:chgData name="Paul Dyckes" userId="3f6226f2-a6bc-426c-b299-c3ca7ed85971" providerId="ADAL" clId="{663BE399-38F9-48B0-A53C-5397467BF0B6}" dt="2026-01-23T08:45:28.121" v="269" actId="22"/>
          <ac:picMkLst>
            <pc:docMk/>
            <pc:sldMk cId="1015838378" sldId="276"/>
            <ac:picMk id="9" creationId="{94367666-5D3C-BA1B-3E6E-FD96C6DD05D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0F35E-6892-45E2-A9BF-7B3791B6DD01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9D07F-7679-4BA1-95B3-4F96AC5DC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89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96" algn="l" defTabSz="9141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92" algn="l" defTabSz="9141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288" algn="l" defTabSz="9141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384" algn="l" defTabSz="9141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480" algn="l" defTabSz="9141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76" algn="l" defTabSz="9141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672" algn="l" defTabSz="9141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768" algn="l" defTabSz="9141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cover is optional color choice based on your needs.</a:t>
            </a:r>
          </a:p>
          <a:p>
            <a:endParaRPr lang="en-US" altLang="zh-CN"/>
          </a:p>
          <a:p>
            <a:r>
              <a:rPr lang="en-US" altLang="zh-CN"/>
              <a:t>White cover is for print-friendly.</a:t>
            </a:r>
          </a:p>
          <a:p>
            <a:r>
              <a:rPr lang="en-US" altLang="zh-CN"/>
              <a:t>Light sand could be considered as digital use and client facing material.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9D07F-7679-4BA1-95B3-4F96AC5DCF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960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027A-4113-7C98-7CD6-028EC1829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7BF88-8FB7-1910-59A1-DE2345B78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7D7ED-E628-65B9-8F16-563C33E60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slide is best usage of charts or product with title explaining the rich content. Please note the title and rich content area could be reduced or enlarged.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77227-EC9E-A587-8864-D0D7641B3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9D07F-7679-4BA1-95B3-4F96AC5DCFF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865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498E1-B309-F79E-C4FB-F1E6E7889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4A819-818B-F6DF-9547-09DA08395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996B7-1D4D-6C64-5B6E-278E8D4A8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slide is best usage of charts or product with title explaining the rich content. Please note the title and rich content area could be reduced or enlarged.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0C572-B113-0BD0-BC2C-5334FEDEE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9D07F-7679-4BA1-95B3-4F96AC5DCF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870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47787-970A-9377-AE41-D0C69799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DBE0B-604E-F5C2-BC75-BB5A3DBDA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0294B-89DC-D3EE-4CD1-26D5F6BB1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slide is best usage of charts or product with title explaining the rich content. Please note the title and rich content area could be reduced or enlarged.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62C8D-0B93-2F57-2FD7-D2715AE94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9D07F-7679-4BA1-95B3-4F96AC5DCFF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031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The text box in the slide could be reviewed or serve as thank you page in the end. This is optional color choice.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9D07F-7679-4BA1-95B3-4F96AC5DCF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57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E7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1520" y="339502"/>
            <a:ext cx="5976664" cy="774836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51520" y="1114338"/>
            <a:ext cx="5976664" cy="131445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  <a:lvl2pPr marL="457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</a:t>
            </a:r>
            <a:endParaRPr lang="zh-CN" altLang="en-US" dirty="0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210556" y="-13112"/>
            <a:ext cx="2933445" cy="515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8339" y1="59155" x2="18182" y2="64789"/>
                        <a14:foregroundMark x1="34483" y1="32394" x2="34483" y2="32394"/>
                        <a14:foregroundMark x1="37147" y1="31690" x2="37147" y2="31690"/>
                        <a14:foregroundMark x1="49843" y1="35211" x2="49843" y2="35211"/>
                        <a14:foregroundMark x1="54389" y1="59859" x2="54389" y2="59859"/>
                        <a14:foregroundMark x1="55799" y1="36972" x2="55799" y2="36972"/>
                        <a14:foregroundMark x1="69279" y1="36972" x2="69279" y2="36972"/>
                        <a14:foregroundMark x1="72414" y1="38732" x2="72414" y2="38732"/>
                        <a14:foregroundMark x1="87147" y1="38732" x2="87147" y2="38732"/>
                        <a14:foregroundMark x1="89028" y1="58099" x2="89028" y2="58099"/>
                        <a14:foregroundMark x1="79154" y1="59155" x2="79154" y2="59155"/>
                        <a14:foregroundMark x1="74922" y1="63732" x2="74922" y2="63732"/>
                        <a14:foregroundMark x1="65674" y1="53873" x2="65674" y2="53873"/>
                        <a14:foregroundMark x1="36834" y1="53873" x2="36834" y2="53873"/>
                        <a14:foregroundMark x1="40439" y1="56338" x2="40439" y2="56338"/>
                        <a14:foregroundMark x1="47179" y1="54577" x2="47179" y2="545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3964683"/>
            <a:ext cx="2651065" cy="117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7" y="3291832"/>
            <a:ext cx="2881313" cy="7207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467544" y="422899"/>
            <a:ext cx="3672408" cy="359792"/>
          </a:xfrm>
        </p:spPr>
        <p:txBody>
          <a:bodyPr anchor="ctr">
            <a:noAutofit/>
          </a:bodyPr>
          <a:lstStyle>
            <a:lvl1pPr marL="0" marR="0" indent="0" algn="ctr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2000" b="1">
                <a:latin typeface="+mj-lt"/>
              </a:defRPr>
            </a:lvl1pPr>
          </a:lstStyle>
          <a:p>
            <a:pPr marL="0" marR="0" lvl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 dirty="0"/>
              <a:t>Chapter</a:t>
            </a:r>
            <a:endParaRPr lang="zh-CN" altLang="en-US" dirty="0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4355975" y="2283472"/>
            <a:ext cx="3672408" cy="359792"/>
          </a:xfrm>
        </p:spPr>
        <p:txBody>
          <a:bodyPr>
            <a:normAutofit/>
          </a:bodyPr>
          <a:lstStyle>
            <a:lvl1pPr marL="0" marR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n-lt"/>
              </a:defRPr>
            </a:lvl1pPr>
          </a:lstStyle>
          <a:p>
            <a:pPr marL="0" marR="0" lvl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endParaRPr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4355976" y="3003799"/>
            <a:ext cx="3672408" cy="359792"/>
          </a:xfrm>
        </p:spPr>
        <p:txBody>
          <a:bodyPr>
            <a:normAutofit/>
          </a:bodyPr>
          <a:lstStyle>
            <a:lvl1pPr marL="0" marR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n-lt"/>
              </a:defRPr>
            </a:lvl1pPr>
          </a:lstStyle>
          <a:p>
            <a:pPr marL="0" marR="0" lvl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endParaRPr lang="zh-CN" altLang="en-US" dirty="0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4355979" y="1977994"/>
            <a:ext cx="629415" cy="278411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500"/>
              </a:lnSpc>
              <a:spcBef>
                <a:spcPts val="0"/>
              </a:spcBef>
              <a:buNone/>
              <a:defRPr sz="1400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4355979" y="2698073"/>
            <a:ext cx="629415" cy="278411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500"/>
              </a:lnSpc>
              <a:spcBef>
                <a:spcPts val="0"/>
              </a:spcBef>
              <a:buNone/>
              <a:defRPr sz="1400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 dirty="0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15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 userDrawn="1"/>
        </p:nvSpPr>
        <p:spPr>
          <a:xfrm>
            <a:off x="-252536" y="366566"/>
            <a:ext cx="1372028" cy="240709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 dirty="0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6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  <p:sp>
        <p:nvSpPr>
          <p:cNvPr id="1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411982" y="1451372"/>
            <a:ext cx="8317432" cy="2592288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134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20718" y="483519"/>
            <a:ext cx="2639114" cy="360040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>
            <a:no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lang="zh-CN" altLang="en-US" dirty="0"/>
            </a:lvl1pPr>
          </a:lstStyle>
          <a:p>
            <a:pPr lvl="0"/>
            <a:r>
              <a:rPr lang="en-US" altLang="zh-CN" dirty="0"/>
              <a:t>Chapter Title</a:t>
            </a:r>
            <a:endParaRPr lang="zh-CN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411982" y="1451372"/>
            <a:ext cx="8317432" cy="2592288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10" name="圆角矩形 9"/>
          <p:cNvSpPr/>
          <p:nvPr userDrawn="1"/>
        </p:nvSpPr>
        <p:spPr>
          <a:xfrm flipH="1">
            <a:off x="7380312" y="431802"/>
            <a:ext cx="1178734" cy="707458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7355226" y="369982"/>
            <a:ext cx="1228906" cy="7093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54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5" name="Text Placeholder 2"/>
          <p:cNvSpPr>
            <a:spLocks noGrp="1"/>
          </p:cNvSpPr>
          <p:nvPr userDrawn="1"/>
        </p:nvSpPr>
        <p:spPr>
          <a:xfrm>
            <a:off x="3636169" y="2407151"/>
            <a:ext cx="1871662" cy="329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28229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2156280" y="1779664"/>
            <a:ext cx="3423832" cy="37930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156008" y="2158966"/>
            <a:ext cx="5512337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j-lt"/>
              </a:defRPr>
            </a:lvl1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endParaRPr lang="zh-CN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8" name="圆角矩形 7"/>
          <p:cNvSpPr/>
          <p:nvPr userDrawn="1"/>
        </p:nvSpPr>
        <p:spPr>
          <a:xfrm>
            <a:off x="1085000" y="1792130"/>
            <a:ext cx="769318" cy="425459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43608" y="1756248"/>
            <a:ext cx="864096" cy="39811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32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383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71006" y="1275608"/>
            <a:ext cx="3960118" cy="30956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1142993" marR="0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>
                <a:latin typeface="+mn-lt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Bulletpoint_1</a:t>
            </a:r>
            <a:endParaRPr lang="zh-CN" altLang="en-US" dirty="0"/>
          </a:p>
          <a:p>
            <a:pPr lvl="1"/>
            <a:r>
              <a:rPr lang="en-US" altLang="zh-CN" dirty="0"/>
              <a:t>Subbulletpoint_1_1</a:t>
            </a:r>
            <a:endParaRPr lang="zh-CN" altLang="en-US" dirty="0"/>
          </a:p>
          <a:p>
            <a:pPr lvl="2"/>
            <a:r>
              <a:rPr lang="en-US" altLang="zh-CN" dirty="0"/>
              <a:t>Subbulletpoint_1_1_1</a:t>
            </a:r>
          </a:p>
          <a:p>
            <a:pPr marL="1142993" marR="0" lvl="2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dirty="0"/>
              <a:t>Subbulletpoint_1_1_2</a:t>
            </a:r>
          </a:p>
          <a:p>
            <a:pPr lvl="1"/>
            <a:r>
              <a:rPr lang="en-US" altLang="zh-CN" dirty="0"/>
              <a:t>Subbulletpoint_1_2</a:t>
            </a:r>
            <a:endParaRPr lang="zh-CN" altLang="en-US" dirty="0"/>
          </a:p>
          <a:p>
            <a:pPr lvl="2"/>
            <a:r>
              <a:rPr lang="en-US" altLang="zh-CN" dirty="0"/>
              <a:t>Subbulletpoint_1_2_1</a:t>
            </a:r>
          </a:p>
          <a:p>
            <a:pPr marL="1142993" marR="0" lvl="2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dirty="0"/>
              <a:t>Subbulletpoint_1_2_2</a:t>
            </a:r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0" y="1347614"/>
            <a:ext cx="4067944" cy="2592288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6F11B31C-B5AE-4E07-8322-459CD51AAC0C}"/>
              </a:ext>
            </a:extLst>
          </p:cNvPr>
          <p:cNvSpPr/>
          <p:nvPr userDrawn="1"/>
        </p:nvSpPr>
        <p:spPr>
          <a:xfrm>
            <a:off x="-252536" y="366566"/>
            <a:ext cx="1372028" cy="240709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9" name="文本占位符 7">
            <a:extLst>
              <a:ext uri="{FF2B5EF4-FFF2-40B4-BE49-F238E27FC236}">
                <a16:creationId xmlns:a16="http://schemas.microsoft.com/office/drawing/2014/main" id="{C87528CF-A4D0-4E14-A379-E49689DA5C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6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26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 userDrawn="1"/>
        </p:nvSpPr>
        <p:spPr>
          <a:xfrm>
            <a:off x="4932040" y="1400573"/>
            <a:ext cx="2592288" cy="351814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1" name="圆角矩形 10"/>
          <p:cNvSpPr/>
          <p:nvPr userDrawn="1"/>
        </p:nvSpPr>
        <p:spPr>
          <a:xfrm>
            <a:off x="395536" y="1400573"/>
            <a:ext cx="2592288" cy="351814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71006" y="1275608"/>
            <a:ext cx="3960118" cy="30956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1142993" marR="0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>
                <a:latin typeface="+mn-lt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Bulletpoint_1</a:t>
            </a:r>
            <a:endParaRPr lang="zh-CN" altLang="en-US" dirty="0"/>
          </a:p>
          <a:p>
            <a:pPr lvl="1"/>
            <a:r>
              <a:rPr lang="en-US" altLang="zh-CN" dirty="0"/>
              <a:t>Subbulletpoint_1_1</a:t>
            </a:r>
            <a:endParaRPr lang="zh-CN" altLang="en-US" dirty="0"/>
          </a:p>
          <a:p>
            <a:pPr lvl="2"/>
            <a:r>
              <a:rPr lang="en-US" altLang="zh-CN" dirty="0"/>
              <a:t>Subbulletpoint_1_1_1</a:t>
            </a:r>
          </a:p>
          <a:p>
            <a:pPr marL="1142993" marR="0" lvl="2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dirty="0"/>
              <a:t>Subbulletpoint_1_1_2</a:t>
            </a:r>
          </a:p>
          <a:p>
            <a:pPr lvl="1"/>
            <a:r>
              <a:rPr lang="en-US" altLang="zh-CN" dirty="0"/>
              <a:t>Subbulletpoint_1_2</a:t>
            </a:r>
            <a:endParaRPr lang="zh-CN" altLang="en-US" dirty="0"/>
          </a:p>
          <a:p>
            <a:pPr lvl="2"/>
            <a:r>
              <a:rPr lang="en-US" altLang="zh-CN" dirty="0"/>
              <a:t>Subbulletpoint_1_2_1</a:t>
            </a:r>
          </a:p>
          <a:p>
            <a:pPr marL="1142993" marR="0" lvl="2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dirty="0"/>
              <a:t>Subbulletpoint_1_2_2</a:t>
            </a:r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8" name="内容占位符 11"/>
          <p:cNvSpPr>
            <a:spLocks noGrp="1"/>
          </p:cNvSpPr>
          <p:nvPr>
            <p:ph sz="quarter" idx="12" hasCustomPrompt="1"/>
          </p:nvPr>
        </p:nvSpPr>
        <p:spPr>
          <a:xfrm>
            <a:off x="4716016" y="1276351"/>
            <a:ext cx="3960118" cy="30956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1142993" marR="0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>
                <a:latin typeface="+mn-lt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Bulletpoint_1</a:t>
            </a:r>
            <a:endParaRPr lang="zh-CN" altLang="en-US" dirty="0"/>
          </a:p>
          <a:p>
            <a:pPr lvl="1"/>
            <a:r>
              <a:rPr lang="en-US" altLang="zh-CN" dirty="0"/>
              <a:t>Subbulletpoint_1_1</a:t>
            </a:r>
            <a:endParaRPr lang="zh-CN" altLang="en-US" dirty="0"/>
          </a:p>
          <a:p>
            <a:pPr lvl="2"/>
            <a:r>
              <a:rPr lang="en-US" altLang="zh-CN" dirty="0"/>
              <a:t>Subbulletpoint_1_1_1</a:t>
            </a:r>
          </a:p>
          <a:p>
            <a:pPr marL="1142993" marR="0" lvl="2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dirty="0"/>
              <a:t>Subbulletpoint_1_1_2</a:t>
            </a:r>
          </a:p>
          <a:p>
            <a:pPr lvl="1"/>
            <a:r>
              <a:rPr lang="en-US" altLang="zh-CN" dirty="0"/>
              <a:t>Subbulletpoint_1_2</a:t>
            </a:r>
            <a:endParaRPr lang="zh-CN" altLang="en-US" dirty="0"/>
          </a:p>
          <a:p>
            <a:pPr lvl="2"/>
            <a:r>
              <a:rPr lang="en-US" altLang="zh-CN" dirty="0"/>
              <a:t>Subbulletpoint_1_2_1</a:t>
            </a:r>
          </a:p>
          <a:p>
            <a:pPr marL="1142993" marR="0" lvl="2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dirty="0"/>
              <a:t>Subbulletpoint_1_2_2</a:t>
            </a:r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4" name="圆角矩形 8"/>
          <p:cNvSpPr/>
          <p:nvPr userDrawn="1"/>
        </p:nvSpPr>
        <p:spPr>
          <a:xfrm>
            <a:off x="-252536" y="366566"/>
            <a:ext cx="1372028" cy="240709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6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131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79514" y="987574"/>
            <a:ext cx="8784976" cy="3312642"/>
          </a:xfrm>
        </p:spPr>
        <p:txBody>
          <a:bodyPr/>
          <a:lstStyle>
            <a:lvl1pPr indent="-179999">
              <a:lnSpc>
                <a:spcPct val="150000"/>
              </a:lnSpc>
              <a:defRPr sz="1600">
                <a:latin typeface="+mn-lt"/>
              </a:defRPr>
            </a:lvl1pPr>
            <a:lvl2pPr marL="742946" indent="-179999">
              <a:buFont typeface="Wingdings" pitchFamily="2" charset="2"/>
              <a:buChar char="l"/>
              <a:defRPr sz="1200" b="0">
                <a:latin typeface="+mn-lt"/>
              </a:defRPr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0"/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2" name="圆角矩形 8">
            <a:extLst>
              <a:ext uri="{FF2B5EF4-FFF2-40B4-BE49-F238E27FC236}">
                <a16:creationId xmlns:a16="http://schemas.microsoft.com/office/drawing/2014/main" id="{39D44A1E-AA87-4F73-8791-86979792DE1D}"/>
              </a:ext>
            </a:extLst>
          </p:cNvPr>
          <p:cNvSpPr/>
          <p:nvPr userDrawn="1"/>
        </p:nvSpPr>
        <p:spPr>
          <a:xfrm>
            <a:off x="-252536" y="366566"/>
            <a:ext cx="1372028" cy="240709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04E8CC1C-F222-4604-8363-B8371FFE0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6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783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6">
            <a:extLst>
              <a:ext uri="{FF2B5EF4-FFF2-40B4-BE49-F238E27FC236}">
                <a16:creationId xmlns:a16="http://schemas.microsoft.com/office/drawing/2014/main" id="{57FE2129-4789-73C2-D450-240F3FE0B4D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67544" y="1117105"/>
            <a:ext cx="3456384" cy="3287762"/>
          </a:xfrm>
        </p:spPr>
        <p:txBody>
          <a:bodyPr/>
          <a:lstStyle>
            <a:lvl1pPr marL="162899" indent="0">
              <a:lnSpc>
                <a:spcPct val="150000"/>
              </a:lnSpc>
              <a:buNone/>
              <a:defRPr sz="1200" b="0">
                <a:latin typeface="+mn-lt"/>
              </a:defRPr>
            </a:lvl1pPr>
            <a:lvl2pPr marL="742946" indent="-179999">
              <a:buFont typeface="Wingdings" pitchFamily="2" charset="2"/>
              <a:buChar char="l"/>
              <a:defRPr sz="1200" b="0">
                <a:latin typeface="+mn-lt"/>
              </a:defRPr>
            </a:lvl2pPr>
          </a:lstStyle>
          <a:p>
            <a:pPr marL="162899" marR="0" lvl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sed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</a:t>
            </a:r>
          </a:p>
          <a:p>
            <a:pPr marL="742946" marR="0" lvl="1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marL="742946" marR="0" lvl="1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zh-CN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3" name="圆角矩形 12"/>
          <p:cNvSpPr/>
          <p:nvPr userDrawn="1"/>
        </p:nvSpPr>
        <p:spPr>
          <a:xfrm>
            <a:off x="3995938" y="1085851"/>
            <a:ext cx="4896544" cy="3319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4" name="内容占位符 6">
            <a:extLst>
              <a:ext uri="{FF2B5EF4-FFF2-40B4-BE49-F238E27FC236}">
                <a16:creationId xmlns:a16="http://schemas.microsoft.com/office/drawing/2014/main" id="{57FE2129-4789-73C2-D450-240F3FE0B4D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95938" y="1085851"/>
            <a:ext cx="4523397" cy="3319016"/>
          </a:xfrm>
        </p:spPr>
        <p:txBody>
          <a:bodyPr/>
          <a:lstStyle>
            <a:lvl1pPr marL="162899" indent="0">
              <a:lnSpc>
                <a:spcPct val="150000"/>
              </a:lnSpc>
              <a:buNone/>
              <a:defRPr sz="1200" b="0">
                <a:latin typeface="+mn-lt"/>
              </a:defRPr>
            </a:lvl1pPr>
            <a:lvl2pPr marL="742946" marR="0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 sz="1200" b="0">
                <a:latin typeface="+mn-lt"/>
              </a:defRPr>
            </a:lvl2pPr>
          </a:lstStyle>
          <a:p>
            <a:pPr marL="162899" marR="0" lvl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sed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</a:t>
            </a:r>
          </a:p>
          <a:p>
            <a:pPr marL="742946" marR="0" lvl="1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marL="742946" marR="0" lvl="1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dirty="0" err="1"/>
              <a:t>Lorem</a:t>
            </a:r>
            <a:r>
              <a:rPr lang="en-US" altLang="zh-CN" dirty="0"/>
              <a:t>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sed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labore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marL="742946" marR="0" lvl="1" indent="-179999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zh-CN" altLang="en-US" dirty="0"/>
          </a:p>
        </p:txBody>
      </p:sp>
      <p:sp>
        <p:nvSpPr>
          <p:cNvPr id="15" name="图片占位符 3"/>
          <p:cNvSpPr>
            <a:spLocks noGrp="1"/>
          </p:cNvSpPr>
          <p:nvPr>
            <p:ph type="pic" sz="quarter" idx="15" hasCustomPrompt="1"/>
          </p:nvPr>
        </p:nvSpPr>
        <p:spPr>
          <a:xfrm>
            <a:off x="4211962" y="1707654"/>
            <a:ext cx="2952328" cy="2088232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16" name="圆角矩形 8">
            <a:extLst>
              <a:ext uri="{FF2B5EF4-FFF2-40B4-BE49-F238E27FC236}">
                <a16:creationId xmlns:a16="http://schemas.microsoft.com/office/drawing/2014/main" id="{00FD35C0-A686-41F4-86A1-042802256FB9}"/>
              </a:ext>
            </a:extLst>
          </p:cNvPr>
          <p:cNvSpPr/>
          <p:nvPr userDrawn="1"/>
        </p:nvSpPr>
        <p:spPr>
          <a:xfrm>
            <a:off x="-252536" y="366566"/>
            <a:ext cx="1372028" cy="240709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7" name="文本占位符 7">
            <a:extLst>
              <a:ext uri="{FF2B5EF4-FFF2-40B4-BE49-F238E27FC236}">
                <a16:creationId xmlns:a16="http://schemas.microsoft.com/office/drawing/2014/main" id="{44254EFB-7DE1-48A5-B16F-70452EE8C1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6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5446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931312" y="3075806"/>
            <a:ext cx="7241088" cy="504330"/>
          </a:xfrm>
        </p:spPr>
        <p:txBody>
          <a:bodyPr/>
          <a:lstStyle>
            <a:lvl1pPr marL="0" indent="-179999">
              <a:lnSpc>
                <a:spcPct val="150000"/>
              </a:lnSpc>
              <a:defRPr sz="1600">
                <a:latin typeface="+mn-lt"/>
              </a:defRPr>
            </a:lvl1pPr>
            <a:lvl2pPr marL="742946" indent="-285748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931312" y="3579862"/>
            <a:ext cx="7241088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931313" y="1059582"/>
            <a:ext cx="7241089" cy="1944216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0" name="圆角矩形 8">
            <a:extLst>
              <a:ext uri="{FF2B5EF4-FFF2-40B4-BE49-F238E27FC236}">
                <a16:creationId xmlns:a16="http://schemas.microsoft.com/office/drawing/2014/main" id="{43AAF434-530A-4182-8DC5-9EE1C5C4C040}"/>
              </a:ext>
            </a:extLst>
          </p:cNvPr>
          <p:cNvSpPr/>
          <p:nvPr userDrawn="1"/>
        </p:nvSpPr>
        <p:spPr>
          <a:xfrm>
            <a:off x="-252536" y="366566"/>
            <a:ext cx="1372028" cy="240709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4" name="文本占位符 7">
            <a:extLst>
              <a:ext uri="{FF2B5EF4-FFF2-40B4-BE49-F238E27FC236}">
                <a16:creationId xmlns:a16="http://schemas.microsoft.com/office/drawing/2014/main" id="{1BB05A9A-71CE-40AF-BDA3-6055A8FDC56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6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666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259632" y="3003798"/>
            <a:ext cx="2560568" cy="504330"/>
          </a:xfrm>
        </p:spPr>
        <p:txBody>
          <a:bodyPr/>
          <a:lstStyle>
            <a:lvl1pPr marL="0" indent="-179999">
              <a:lnSpc>
                <a:spcPct val="150000"/>
              </a:lnSpc>
              <a:defRPr sz="1600">
                <a:latin typeface="+mn-lt"/>
              </a:defRPr>
            </a:lvl1pPr>
            <a:lvl2pPr marL="742946" indent="-285748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59632" y="3507856"/>
            <a:ext cx="2560568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endParaRPr lang="zh-CN" altLang="en-US" dirty="0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1259634" y="1059584"/>
            <a:ext cx="2592287" cy="1842947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11" name="内容占位符 6"/>
          <p:cNvSpPr>
            <a:spLocks noGrp="1"/>
          </p:cNvSpPr>
          <p:nvPr>
            <p:ph sz="quarter" idx="15" hasCustomPrompt="1"/>
          </p:nvPr>
        </p:nvSpPr>
        <p:spPr>
          <a:xfrm>
            <a:off x="5219957" y="3003798"/>
            <a:ext cx="2560568" cy="504330"/>
          </a:xfrm>
        </p:spPr>
        <p:txBody>
          <a:bodyPr/>
          <a:lstStyle>
            <a:lvl1pPr marL="0" indent="-179999">
              <a:lnSpc>
                <a:spcPct val="150000"/>
              </a:lnSpc>
              <a:defRPr sz="1600">
                <a:latin typeface="+mn-lt"/>
              </a:defRPr>
            </a:lvl1pPr>
            <a:lvl2pPr marL="742946" indent="-285748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5219957" y="3507856"/>
            <a:ext cx="2560568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endParaRPr lang="zh-CN" altLang="en-US" dirty="0"/>
          </a:p>
        </p:txBody>
      </p:sp>
      <p:sp>
        <p:nvSpPr>
          <p:cNvPr id="15" name="图片占位符 3"/>
          <p:cNvSpPr>
            <a:spLocks noGrp="1"/>
          </p:cNvSpPr>
          <p:nvPr>
            <p:ph type="pic" sz="quarter" idx="17" hasCustomPrompt="1"/>
          </p:nvPr>
        </p:nvSpPr>
        <p:spPr>
          <a:xfrm>
            <a:off x="5220074" y="1059584"/>
            <a:ext cx="2592287" cy="1842947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8" name="圆角矩形 8">
            <a:extLst>
              <a:ext uri="{FF2B5EF4-FFF2-40B4-BE49-F238E27FC236}">
                <a16:creationId xmlns:a16="http://schemas.microsoft.com/office/drawing/2014/main" id="{1E7CDBFC-5195-4386-B5FA-518CB828A8B9}"/>
              </a:ext>
            </a:extLst>
          </p:cNvPr>
          <p:cNvSpPr/>
          <p:nvPr userDrawn="1"/>
        </p:nvSpPr>
        <p:spPr>
          <a:xfrm>
            <a:off x="-252536" y="366566"/>
            <a:ext cx="1372028" cy="240709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9" name="文本占位符 7">
            <a:extLst>
              <a:ext uri="{FF2B5EF4-FFF2-40B4-BE49-F238E27FC236}">
                <a16:creationId xmlns:a16="http://schemas.microsoft.com/office/drawing/2014/main" id="{48C8C184-8BC1-4D76-8389-2477119608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6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0401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2915818" y="1059582"/>
            <a:ext cx="5472608" cy="504330"/>
          </a:xfrm>
        </p:spPr>
        <p:txBody>
          <a:bodyPr/>
          <a:lstStyle>
            <a:lvl1pPr marL="0" indent="-179999">
              <a:lnSpc>
                <a:spcPct val="150000"/>
              </a:lnSpc>
              <a:defRPr sz="1600">
                <a:latin typeface="+mn-lt"/>
              </a:defRPr>
            </a:lvl1pPr>
            <a:lvl2pPr marL="742946" indent="-285748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915818" y="1563640"/>
            <a:ext cx="5472608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931313" y="987426"/>
            <a:ext cx="1768479" cy="1584324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11" name="内容占位符 6"/>
          <p:cNvSpPr>
            <a:spLocks noGrp="1"/>
          </p:cNvSpPr>
          <p:nvPr>
            <p:ph sz="quarter" idx="15" hasCustomPrompt="1"/>
          </p:nvPr>
        </p:nvSpPr>
        <p:spPr>
          <a:xfrm>
            <a:off x="2915818" y="2787922"/>
            <a:ext cx="5472608" cy="504330"/>
          </a:xfrm>
        </p:spPr>
        <p:txBody>
          <a:bodyPr/>
          <a:lstStyle>
            <a:lvl1pPr marL="0" indent="-179999">
              <a:lnSpc>
                <a:spcPct val="150000"/>
              </a:lnSpc>
              <a:defRPr sz="1600">
                <a:latin typeface="+mn-lt"/>
              </a:defRPr>
            </a:lvl1pPr>
            <a:lvl2pPr marL="742946" indent="-285748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2915818" y="3291979"/>
            <a:ext cx="5472608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13" name="图片占位符 3"/>
          <p:cNvSpPr>
            <a:spLocks noGrp="1"/>
          </p:cNvSpPr>
          <p:nvPr>
            <p:ph type="pic" sz="quarter" idx="17" hasCustomPrompt="1"/>
          </p:nvPr>
        </p:nvSpPr>
        <p:spPr>
          <a:xfrm>
            <a:off x="931313" y="2715766"/>
            <a:ext cx="1768479" cy="1584324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 dirty="0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8" name="圆角矩形 8">
            <a:extLst>
              <a:ext uri="{FF2B5EF4-FFF2-40B4-BE49-F238E27FC236}">
                <a16:creationId xmlns:a16="http://schemas.microsoft.com/office/drawing/2014/main" id="{03A8F8C2-F17F-4C46-A03E-4DDAF5969414}"/>
              </a:ext>
            </a:extLst>
          </p:cNvPr>
          <p:cNvSpPr/>
          <p:nvPr userDrawn="1"/>
        </p:nvSpPr>
        <p:spPr>
          <a:xfrm>
            <a:off x="-252536" y="366566"/>
            <a:ext cx="1372028" cy="240709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9" name="文本占位符 7">
            <a:extLst>
              <a:ext uri="{FF2B5EF4-FFF2-40B4-BE49-F238E27FC236}">
                <a16:creationId xmlns:a16="http://schemas.microsoft.com/office/drawing/2014/main" id="{6EAB2BDD-79DE-4F54-B97F-D5FED978BA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6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928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图片占位符 3"/>
          <p:cNvSpPr>
            <a:spLocks noGrp="1"/>
          </p:cNvSpPr>
          <p:nvPr>
            <p:ph type="pic" sz="quarter" idx="20" hasCustomPrompt="1"/>
          </p:nvPr>
        </p:nvSpPr>
        <p:spPr>
          <a:xfrm>
            <a:off x="3419872" y="2355726"/>
            <a:ext cx="2088233" cy="2160388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683569" y="3148458"/>
            <a:ext cx="2088232" cy="504330"/>
          </a:xfrm>
        </p:spPr>
        <p:txBody>
          <a:bodyPr/>
          <a:lstStyle>
            <a:lvl1pPr marL="0" indent="-179999">
              <a:lnSpc>
                <a:spcPct val="150000"/>
              </a:lnSpc>
              <a:defRPr sz="1600">
                <a:latin typeface="+mn-lt"/>
              </a:defRPr>
            </a:lvl1pPr>
            <a:lvl2pPr marL="742946" indent="-285748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83569" y="3652516"/>
            <a:ext cx="2088232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endParaRPr lang="zh-CN" altLang="en-US" dirty="0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683570" y="915567"/>
            <a:ext cx="2088233" cy="2160388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23" name="内容占位符 6"/>
          <p:cNvSpPr>
            <a:spLocks noGrp="1"/>
          </p:cNvSpPr>
          <p:nvPr>
            <p:ph sz="quarter" idx="15" hasCustomPrompt="1"/>
          </p:nvPr>
        </p:nvSpPr>
        <p:spPr>
          <a:xfrm>
            <a:off x="6156178" y="3148458"/>
            <a:ext cx="2088232" cy="504330"/>
          </a:xfrm>
        </p:spPr>
        <p:txBody>
          <a:bodyPr/>
          <a:lstStyle>
            <a:lvl1pPr marL="0" indent="-179999">
              <a:lnSpc>
                <a:spcPct val="150000"/>
              </a:lnSpc>
              <a:defRPr sz="1600">
                <a:latin typeface="+mn-lt"/>
              </a:defRPr>
            </a:lvl1pPr>
            <a:lvl2pPr marL="742946" indent="-285748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6156178" y="3652516"/>
            <a:ext cx="2088232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endParaRPr lang="zh-CN" altLang="en-US" dirty="0"/>
          </a:p>
        </p:txBody>
      </p:sp>
      <p:sp>
        <p:nvSpPr>
          <p:cNvPr id="25" name="图片占位符 3"/>
          <p:cNvSpPr>
            <a:spLocks noGrp="1"/>
          </p:cNvSpPr>
          <p:nvPr>
            <p:ph type="pic" sz="quarter" idx="17" hasCustomPrompt="1"/>
          </p:nvPr>
        </p:nvSpPr>
        <p:spPr>
          <a:xfrm>
            <a:off x="6156175" y="915567"/>
            <a:ext cx="2088233" cy="2160388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27" name="内容占位符 6"/>
          <p:cNvSpPr>
            <a:spLocks noGrp="1"/>
          </p:cNvSpPr>
          <p:nvPr>
            <p:ph sz="quarter" idx="18" hasCustomPrompt="1"/>
          </p:nvPr>
        </p:nvSpPr>
        <p:spPr>
          <a:xfrm>
            <a:off x="3419874" y="915714"/>
            <a:ext cx="2088232" cy="504330"/>
          </a:xfrm>
        </p:spPr>
        <p:txBody>
          <a:bodyPr/>
          <a:lstStyle>
            <a:lvl1pPr marL="0" indent="-179999">
              <a:lnSpc>
                <a:spcPct val="150000"/>
              </a:lnSpc>
              <a:defRPr sz="1600">
                <a:latin typeface="+mn-lt"/>
              </a:defRPr>
            </a:lvl1pPr>
            <a:lvl2pPr marL="742946" indent="-285748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28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3419874" y="1419772"/>
            <a:ext cx="2088232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endParaRPr lang="zh-CN" altLang="en-US" dirty="0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 dirty="0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9" name="圆角矩形 8">
            <a:extLst>
              <a:ext uri="{FF2B5EF4-FFF2-40B4-BE49-F238E27FC236}">
                <a16:creationId xmlns:a16="http://schemas.microsoft.com/office/drawing/2014/main" id="{DCE6DBD7-918C-45DB-81B7-081F2D78634C}"/>
              </a:ext>
            </a:extLst>
          </p:cNvPr>
          <p:cNvSpPr/>
          <p:nvPr userDrawn="1"/>
        </p:nvSpPr>
        <p:spPr>
          <a:xfrm>
            <a:off x="-252536" y="366566"/>
            <a:ext cx="1372028" cy="240709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20" name="文本占位符 7">
            <a:extLst>
              <a:ext uri="{FF2B5EF4-FFF2-40B4-BE49-F238E27FC236}">
                <a16:creationId xmlns:a16="http://schemas.microsoft.com/office/drawing/2014/main" id="{501A36D1-8107-4F74-8855-8BC026E246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6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37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1691680" y="1707894"/>
            <a:ext cx="2160240" cy="2160000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1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4355976" y="1995934"/>
            <a:ext cx="3672408" cy="359792"/>
          </a:xfrm>
        </p:spPr>
        <p:txBody>
          <a:bodyPr>
            <a:normAutofit/>
          </a:bodyPr>
          <a:lstStyle>
            <a:lvl1pPr marL="0" marR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n-lt"/>
              </a:defRPr>
            </a:lvl1pPr>
          </a:lstStyle>
          <a:p>
            <a:pPr marL="0" marR="0" lvl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endParaRPr lang="zh-CN" altLang="en-US" dirty="0"/>
          </a:p>
        </p:txBody>
      </p:sp>
      <p:sp>
        <p:nvSpPr>
          <p:cNvPr id="19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4355975" y="2715766"/>
            <a:ext cx="3672408" cy="359792"/>
          </a:xfrm>
        </p:spPr>
        <p:txBody>
          <a:bodyPr>
            <a:normAutofit/>
          </a:bodyPr>
          <a:lstStyle>
            <a:lvl1pPr marL="0" marR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n-lt"/>
              </a:defRPr>
            </a:lvl1pPr>
          </a:lstStyle>
          <a:p>
            <a:pPr marL="0" marR="0" lvl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endParaRPr lang="zh-CN" altLang="en-US" dirty="0"/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4355976" y="3436095"/>
            <a:ext cx="3672408" cy="359792"/>
          </a:xfrm>
        </p:spPr>
        <p:txBody>
          <a:bodyPr>
            <a:normAutofit/>
          </a:bodyPr>
          <a:lstStyle>
            <a:lvl1pPr marL="0" marR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n-lt"/>
              </a:defRPr>
            </a:lvl1pPr>
          </a:lstStyle>
          <a:p>
            <a:pPr marL="0" marR="0" lvl="0" indent="0" algn="l" defTabSz="9143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endParaRPr lang="zh-CN" altLang="en-US" dirty="0"/>
          </a:p>
        </p:txBody>
      </p:sp>
      <p:sp>
        <p:nvSpPr>
          <p:cNvPr id="12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4355976" y="1690210"/>
            <a:ext cx="937521" cy="278411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500"/>
              </a:lnSpc>
              <a:spcBef>
                <a:spcPts val="0"/>
              </a:spcBef>
              <a:buNone/>
              <a:defRPr sz="1400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Website</a:t>
            </a:r>
            <a:endParaRPr lang="zh-CN" altLang="en-US" dirty="0"/>
          </a:p>
        </p:txBody>
      </p:sp>
      <p:sp>
        <p:nvSpPr>
          <p:cNvPr id="13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4355978" y="2410290"/>
            <a:ext cx="744353" cy="278411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500"/>
              </a:lnSpc>
              <a:spcBef>
                <a:spcPts val="0"/>
              </a:spcBef>
              <a:buNone/>
              <a:defRPr sz="1400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Email</a:t>
            </a:r>
            <a:endParaRPr lang="zh-CN" altLang="en-US" dirty="0"/>
          </a:p>
        </p:txBody>
      </p:sp>
      <p:sp>
        <p:nvSpPr>
          <p:cNvPr id="14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4355978" y="3130369"/>
            <a:ext cx="814165" cy="278411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500"/>
              </a:lnSpc>
              <a:spcBef>
                <a:spcPts val="0"/>
              </a:spcBef>
              <a:buNone/>
              <a:defRPr sz="1400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Phone</a:t>
            </a:r>
            <a:endParaRPr lang="zh-CN" altLang="en-US" dirty="0"/>
          </a:p>
        </p:txBody>
      </p:sp>
      <p:pic>
        <p:nvPicPr>
          <p:cNvPr id="2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9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6" y="4804000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 dirty="0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 dirty="0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7" name="圆角矩形 16"/>
          <p:cNvSpPr/>
          <p:nvPr userDrawn="1"/>
        </p:nvSpPr>
        <p:spPr>
          <a:xfrm>
            <a:off x="3563890" y="768147"/>
            <a:ext cx="2016224" cy="34486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2"/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3636169" y="782330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0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CONTACT US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7513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1520" y="338449"/>
            <a:ext cx="5832648" cy="774836"/>
          </a:xfrm>
        </p:spPr>
        <p:txBody>
          <a:bodyPr>
            <a:noAutofit/>
          </a:bodyPr>
          <a:lstStyle>
            <a:lvl1pPr algn="l">
              <a:defRPr sz="40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CN" dirty="0"/>
              <a:t>THE END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51520" y="1113284"/>
            <a:ext cx="5832648" cy="1314450"/>
          </a:xfrm>
        </p:spPr>
        <p:txBody>
          <a:bodyPr>
            <a:normAutofit/>
          </a:bodyPr>
          <a:lstStyle>
            <a:lvl1pPr marL="0" indent="0" algn="l">
              <a:buNone/>
              <a:defRPr sz="2000" b="0" baseline="0">
                <a:solidFill>
                  <a:schemeClr val="tx1"/>
                </a:solidFill>
                <a:latin typeface="+mj-lt"/>
              </a:defRPr>
            </a:lvl1pPr>
            <a:lvl2pPr marL="457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Contact us @email</a:t>
            </a:r>
            <a:endParaRPr lang="zh-CN" altLang="en-US" dirty="0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210556" y="-13112"/>
            <a:ext cx="2933445" cy="515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3964683"/>
            <a:ext cx="2651065" cy="117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9030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2">
    <p:bg>
      <p:bgPr>
        <a:solidFill>
          <a:srgbClr val="E7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1520" y="339502"/>
            <a:ext cx="5976664" cy="774836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51520" y="1114338"/>
            <a:ext cx="5976664" cy="131445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210554" y="-13113"/>
            <a:ext cx="2933445" cy="515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3291830"/>
            <a:ext cx="2881313" cy="7207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</a:lstStyle>
          <a:p>
            <a:pPr lvl="0"/>
            <a:r>
              <a:rPr lang="en-US" altLang="zh-CN"/>
              <a:t>Date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pic>
        <p:nvPicPr>
          <p:cNvPr id="10" name="Picture 4" descr="D:\other\PPT\4\logo.jpg">
            <a:extLst>
              <a:ext uri="{FF2B5EF4-FFF2-40B4-BE49-F238E27FC236}">
                <a16:creationId xmlns:a16="http://schemas.microsoft.com/office/drawing/2014/main" id="{75331671-BF85-45A3-8E08-D2BB230D48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1011"/>
            <a:ext cx="2651064" cy="118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50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  <a:p>
            <a:pPr lvl="2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2"/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9" r:id="rId4"/>
    <p:sldLayoutId id="2147483651" r:id="rId5"/>
    <p:sldLayoutId id="2147483662" r:id="rId6"/>
    <p:sldLayoutId id="2147483677" r:id="rId7"/>
    <p:sldLayoutId id="2147483652" r:id="rId8"/>
    <p:sldLayoutId id="2147483661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78" r:id="rId16"/>
  </p:sldLayoutIdLst>
  <p:hf hdr="0" dt="0"/>
  <p:txStyles>
    <p:titleStyle>
      <a:lvl1pPr algn="ctr" defTabSz="914395" rtl="0" eaLnBrk="1" latinLnBrk="0" hangingPunct="1">
        <a:spcBef>
          <a:spcPct val="0"/>
        </a:spcBef>
        <a:buNone/>
        <a:defRPr sz="4000" b="1" kern="1200">
          <a:solidFill>
            <a:srgbClr val="F58220"/>
          </a:solidFill>
          <a:latin typeface="+mj-lt"/>
          <a:ea typeface="+mj-ea"/>
          <a:cs typeface="+mj-cs"/>
        </a:defRPr>
      </a:lvl1pPr>
    </p:titleStyle>
    <p:bodyStyle>
      <a:lvl1pPr marL="342898" indent="-179999" algn="l" defTabSz="914395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179999" algn="l" defTabSz="914395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179999" algn="l" defTabSz="914395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lang="zh-CN" alt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592" indent="0" algn="l" defTabSz="914395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indent="0" algn="l" defTabSz="914395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indent="0" algn="l" defTabSz="914395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5" indent="0" algn="l" defTabSz="914395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indent="0" algn="l" defTabSz="914395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8" algn="l" defTabSz="91439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8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5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DED9-4B03-4893-A684-8A24A5664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A1549-EB59-47DB-8B59-9835FD741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Non tactile switch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F0CAA-DE91-4EAE-A54F-4424ADEB904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3292475"/>
            <a:ext cx="2881313" cy="720725"/>
          </a:xfrm>
        </p:spPr>
        <p:txBody>
          <a:bodyPr/>
          <a:lstStyle/>
          <a:p>
            <a:pPr marL="162899" indent="0">
              <a:buNone/>
            </a:pPr>
            <a:r>
              <a:rPr lang="en-US" b="0" dirty="0"/>
              <a:t>23-01-2026</a:t>
            </a:r>
          </a:p>
          <a:p>
            <a:pPr marL="162899" indent="0">
              <a:buNone/>
            </a:pPr>
            <a:endParaRPr lang="en-US" b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4294967295"/>
          </p:nvPr>
        </p:nvSpPr>
        <p:spPr>
          <a:xfrm>
            <a:off x="0" y="4818063"/>
            <a:ext cx="2895600" cy="274637"/>
          </a:xfrm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6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28B97-0676-8156-EDA8-6163D634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A8ED39-83D4-14C8-AAD9-5DE8DDEDF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4E72A41-B045-1B2E-9C84-0A5CCC51D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/>
              <a:t>Confidential</a:t>
            </a:r>
            <a:endParaRPr lang="zh-CN" altLang="en-US" dirty="0"/>
          </a:p>
        </p:txBody>
      </p:sp>
      <p:sp>
        <p:nvSpPr>
          <p:cNvPr id="9" name="文本占位符 58">
            <a:extLst>
              <a:ext uri="{FF2B5EF4-FFF2-40B4-BE49-F238E27FC236}">
                <a16:creationId xmlns:a16="http://schemas.microsoft.com/office/drawing/2014/main" id="{94924ABC-EEA0-38E0-64B8-AE99E125D5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1252538" y="366566"/>
            <a:ext cx="3319462" cy="551197"/>
          </a:xfrm>
        </p:spPr>
        <p:txBody>
          <a:bodyPr/>
          <a:lstStyle/>
          <a:p>
            <a:r>
              <a:rPr lang="en-US" altLang="zh-CN" sz="1800" b="0" dirty="0"/>
              <a:t>Stack up - non tactile</a:t>
            </a:r>
            <a:endParaRPr lang="zh-CN" altLang="en-US" sz="18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F20AC4-65E0-5D73-8A8E-B58C2FBBD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916" y="1666748"/>
            <a:ext cx="7116168" cy="18100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FAC5B3-A335-193B-D6CF-027B1602DB9A}"/>
              </a:ext>
            </a:extLst>
          </p:cNvPr>
          <p:cNvSpPr txBox="1"/>
          <p:nvPr/>
        </p:nvSpPr>
        <p:spPr>
          <a:xfrm>
            <a:off x="2339752" y="3723878"/>
            <a:ext cx="5646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Increasing the spacer </a:t>
            </a:r>
            <a:r>
              <a:rPr lang="en-US"/>
              <a:t>thickness and/or </a:t>
            </a:r>
            <a:r>
              <a:rPr lang="en-US" dirty="0"/>
              <a:t>reducing the spacer aperture size increases the force</a:t>
            </a:r>
            <a:endParaRPr lang="en-GB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1EDE1B0-6086-1616-F386-80680B201205}"/>
              </a:ext>
            </a:extLst>
          </p:cNvPr>
          <p:cNvSpPr/>
          <p:nvPr/>
        </p:nvSpPr>
        <p:spPr>
          <a:xfrm>
            <a:off x="4644008" y="1059582"/>
            <a:ext cx="288032" cy="64807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72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4C2522-475D-4C1D-B311-F318DEC88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24203-D2BA-1C0E-9782-38030149C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EA2927-3DF4-EBAF-401E-B6DA4931B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Stack up tactile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367666-5D3C-BA1B-3E6E-FD96C6DD0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00" y="1890617"/>
            <a:ext cx="7344800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83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9A4B-AB63-FB40-FCD5-B8A1D9C7F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9CC710-0D90-66FD-D746-6001DECB0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4DF88E-93B6-B37E-7FDA-AE3AE4005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/>
              <a:t>Confidential</a:t>
            </a:r>
            <a:endParaRPr lang="zh-CN" altLang="en-US" dirty="0"/>
          </a:p>
        </p:txBody>
      </p:sp>
      <p:sp>
        <p:nvSpPr>
          <p:cNvPr id="9" name="文本占位符 58">
            <a:extLst>
              <a:ext uri="{FF2B5EF4-FFF2-40B4-BE49-F238E27FC236}">
                <a16:creationId xmlns:a16="http://schemas.microsoft.com/office/drawing/2014/main" id="{DC8274E5-7CDB-E4BC-AFC6-1AA8D781F5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1252538" y="366566"/>
            <a:ext cx="3319462" cy="551197"/>
          </a:xfrm>
        </p:spPr>
        <p:txBody>
          <a:bodyPr/>
          <a:lstStyle/>
          <a:p>
            <a:r>
              <a:rPr lang="en-US" altLang="zh-CN" sz="1800" b="0" dirty="0"/>
              <a:t>Typical product photo</a:t>
            </a:r>
            <a:endParaRPr lang="zh-CN" altLang="en-US"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5D611F-70B4-972E-DAE9-4643382C4698}"/>
              </a:ext>
            </a:extLst>
          </p:cNvPr>
          <p:cNvSpPr txBox="1"/>
          <p:nvPr/>
        </p:nvSpPr>
        <p:spPr>
          <a:xfrm>
            <a:off x="1763688" y="725873"/>
            <a:ext cx="136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 tactile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3B4C7D-3E76-0714-4170-BEC5F9D77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105516" y="2622410"/>
            <a:ext cx="1513302" cy="2420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81590D-63A8-22C4-1CAD-5CEF5A4D1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685224" y="1221939"/>
            <a:ext cx="2420095" cy="14466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44727C-F5E1-AACE-C0C7-3482FC42DA30}"/>
              </a:ext>
            </a:extLst>
          </p:cNvPr>
          <p:cNvSpPr txBox="1"/>
          <p:nvPr/>
        </p:nvSpPr>
        <p:spPr>
          <a:xfrm>
            <a:off x="6181911" y="768791"/>
            <a:ext cx="136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Tactile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5C7B61-1E29-9EED-6A02-9FDADBABA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594" y="3075805"/>
            <a:ext cx="2806913" cy="11588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2C80A2-A214-4492-A821-359316A40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46987" y="1403933"/>
            <a:ext cx="3793914" cy="105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8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4A47E-1B22-D905-E923-21B752EA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C096A3-53C0-C6EB-B021-886B5109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65EF80-4BC8-E208-4D3D-DE2267986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/>
              <a:t>Confidential</a:t>
            </a:r>
            <a:endParaRPr lang="zh-CN" altLang="en-US" dirty="0"/>
          </a:p>
        </p:txBody>
      </p:sp>
      <p:sp>
        <p:nvSpPr>
          <p:cNvPr id="9" name="文本占位符 58">
            <a:extLst>
              <a:ext uri="{FF2B5EF4-FFF2-40B4-BE49-F238E27FC236}">
                <a16:creationId xmlns:a16="http://schemas.microsoft.com/office/drawing/2014/main" id="{7BB5D3EF-E6CB-8653-5FD5-32BA1F962F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1252538" y="366566"/>
            <a:ext cx="3319462" cy="551197"/>
          </a:xfrm>
        </p:spPr>
        <p:txBody>
          <a:bodyPr/>
          <a:lstStyle/>
          <a:p>
            <a:r>
              <a:rPr lang="en-US" altLang="zh-CN" sz="1800" b="0" dirty="0"/>
              <a:t>2 switch layout</a:t>
            </a:r>
            <a:endParaRPr lang="zh-CN" altLang="en-US" sz="18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7BB0C-7BB5-E41A-6D59-18A36C42C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1131590"/>
            <a:ext cx="3132956" cy="30648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5EFCDC-40AC-2118-E5EE-848FCADB2583}"/>
              </a:ext>
            </a:extLst>
          </p:cNvPr>
          <p:cNvSpPr txBox="1"/>
          <p:nvPr/>
        </p:nvSpPr>
        <p:spPr>
          <a:xfrm>
            <a:off x="6084168" y="1995686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Silver ink resistivity is 40mohms per square at 25 microns thick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963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38A3F-2948-4992-B4FC-CFAF699DA2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704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helvetica"/>
        <a:ea typeface="黑体"/>
        <a:cs typeface=""/>
      </a:majorFont>
      <a:minorFont>
        <a:latin typeface="helvetic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23_10May" id="{DE1E0E7B-6DB7-43EF-B811-E7B94A2E7D65}" vid="{7752FD05-F1C7-454B-AEDE-BD153A3D6EA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149400-683b-4939-845b-93082163a1f5" xsi:nil="true"/>
    <lcf76f155ced4ddcb4097134ff3c332f xmlns="5356ecc3-abe1-4b42-8adb-c1b6f6952a14">
      <Terms xmlns="http://schemas.microsoft.com/office/infopath/2007/PartnerControls"/>
    </lcf76f155ced4ddcb4097134ff3c332f>
    <SharedWithUsers xmlns="06149400-683b-4939-845b-93082163a1f5">
      <UserInfo>
        <DisplayName>Lisa Rossi</DisplayName>
        <AccountId>18</AccountId>
        <AccountType/>
      </UserInfo>
      <UserInfo>
        <DisplayName>Nesem Ertan</DisplayName>
        <AccountId>19</AccountId>
        <AccountType/>
      </UserInfo>
      <UserInfo>
        <DisplayName>Emilie Pouteau</DisplayName>
        <AccountId>21</AccountId>
        <AccountType/>
      </UserInfo>
    </SharedWithUsers>
    <Tag xmlns="5356ecc3-abe1-4b42-8adb-c1b6f6952a14" xsi:nil="true"/>
    <Otherdescription xmlns="5356ecc3-abe1-4b42-8adb-c1b6f6952a14" xsi:nil="true"/>
    <Stockphotos xmlns="5356ecc3-abe1-4b42-8adb-c1b6f6952a14" xsi:nil="true"/>
    <Image xmlns="5356ecc3-abe1-4b42-8adb-c1b6f6952a14" xsi:nil="true"/>
    <IPG xmlns="5356ecc3-abe1-4b42-8adb-c1b6f6952a1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8DF373F16CB04ABF103B9967DA2394" ma:contentTypeVersion="22" ma:contentTypeDescription="Create a new document." ma:contentTypeScope="" ma:versionID="ae73681727b4b36ad2c700099fd4ae13">
  <xsd:schema xmlns:xsd="http://www.w3.org/2001/XMLSchema" xmlns:xs="http://www.w3.org/2001/XMLSchema" xmlns:p="http://schemas.microsoft.com/office/2006/metadata/properties" xmlns:ns2="5356ecc3-abe1-4b42-8adb-c1b6f6952a14" xmlns:ns3="06149400-683b-4939-845b-93082163a1f5" targetNamespace="http://schemas.microsoft.com/office/2006/metadata/properties" ma:root="true" ma:fieldsID="0d769f9ff684313db652b54bee34da63" ns2:_="" ns3:_="">
    <xsd:import namespace="5356ecc3-abe1-4b42-8adb-c1b6f6952a14"/>
    <xsd:import namespace="06149400-683b-4939-845b-93082163a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Tag" minOccurs="0"/>
                <xsd:element ref="ns2:IPG" minOccurs="0"/>
                <xsd:element ref="ns2:Image" minOccurs="0"/>
                <xsd:element ref="ns2:Stockphotos" minOccurs="0"/>
                <xsd:element ref="ns2:MediaServiceLocation" minOccurs="0"/>
                <xsd:element ref="ns2:Otherdescrip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56ecc3-abe1-4b42-8adb-c1b6f6952a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ag" ma:index="20" nillable="true" ma:displayName="APG" ma:format="Dropdown" ma:internalName="Tag">
      <xsd:simpleType>
        <xsd:restriction base="dms:Text">
          <xsd:maxLength value="255"/>
        </xsd:restriction>
      </xsd:simpleType>
    </xsd:element>
    <xsd:element name="IPG" ma:index="21" nillable="true" ma:displayName="IPG" ma:format="Dropdown" ma:internalName="IPG">
      <xsd:simpleType>
        <xsd:restriction base="dms:Text">
          <xsd:maxLength value="255"/>
        </xsd:restriction>
      </xsd:simpleType>
    </xsd:element>
    <xsd:element name="Image" ma:index="22" nillable="true" ma:displayName="Image" ma:format="Thumbnail" ma:internalName="Image">
      <xsd:simpleType>
        <xsd:restriction base="dms:Unknown"/>
      </xsd:simpleType>
    </xsd:element>
    <xsd:element name="Stockphotos" ma:index="23" nillable="true" ma:displayName="Stockphotos" ma:format="Dropdown" ma:internalName="Stockphotos">
      <xsd:simpleType>
        <xsd:restriction base="dms:Text">
          <xsd:maxLength value="255"/>
        </xsd:restriction>
      </xsd:simpleType>
    </xsd:element>
    <xsd:element name="MediaServiceLocation" ma:index="24" nillable="true" ma:displayName="Location" ma:internalName="MediaServiceLocation" ma:readOnly="true">
      <xsd:simpleType>
        <xsd:restriction base="dms:Text"/>
      </xsd:simpleType>
    </xsd:element>
    <xsd:element name="Otherdescription" ma:index="25" nillable="true" ma:displayName="Other description" ma:format="Dropdown" ma:internalName="Otherdescription">
      <xsd:simpleType>
        <xsd:restriction base="dms:Note">
          <xsd:maxLength value="255"/>
        </xsd:restriction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6ac7225c-d93e-4b3e-bf6d-2582d7da20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49400-683b-4939-845b-93082163a1f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465af77f-5d1e-4985-98fe-6b2556b7f727}" ma:internalName="TaxCatchAll" ma:showField="CatchAllData" ma:web="06149400-683b-4939-845b-93082163a1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4A7223-187B-4F92-8F3E-9179895FB80A}">
  <ds:schemaRefs>
    <ds:schemaRef ds:uri="5356ecc3-abe1-4b42-8adb-c1b6f6952a1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  <ds:schemaRef ds:uri="06149400-683b-4939-845b-93082163a1f5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7EC097C-ADA6-4A32-B6FD-CF6B35CCA1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DC9D67-D830-4C5C-AFE5-09E3B6EF81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56ecc3-abe1-4b42-8adb-c1b6f6952a14"/>
    <ds:schemaRef ds:uri="06149400-683b-4939-845b-93082163a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1903</TotalTime>
  <Words>213</Words>
  <Application>Microsoft Office PowerPoint</Application>
  <PresentationFormat>On-screen Show (16:9)</PresentationFormat>
  <Paragraphs>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 Unicode MS</vt:lpstr>
      <vt:lpstr>微软雅黑</vt:lpstr>
      <vt:lpstr>Arial</vt:lpstr>
      <vt:lpstr>Calibri</vt:lpstr>
      <vt:lpstr>helvetica</vt:lpstr>
      <vt:lpstr>Wingdings</vt:lpstr>
      <vt:lpstr>Office 主题</vt:lpstr>
      <vt:lpstr>Tesca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Gregory Knight</dc:creator>
  <cp:lastModifiedBy>Paul Dyckes</cp:lastModifiedBy>
  <cp:revision>60</cp:revision>
  <dcterms:created xsi:type="dcterms:W3CDTF">2024-04-30T10:36:58Z</dcterms:created>
  <dcterms:modified xsi:type="dcterms:W3CDTF">2026-01-23T09:50:08Z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0x010100B18DF373F16CB04ABF103B9967DA2394</vt:lpwstr>
  </property>
</Properties>
</file>